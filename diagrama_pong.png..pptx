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26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875334-EC60-4368-BD1E-131FB5D1CB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D332980-C248-454D-A303-4E3250C7B5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25EDA0A-11BA-4F6A-8CCA-402FC963C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5A67B-D753-45E7-B4D0-D21003132130}" type="datetimeFigureOut">
              <a:rPr lang="es-MX" smtClean="0"/>
              <a:t>15/02/2026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5A573B7-197E-4316-A408-E5671E41E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08ADA51-6FCF-439F-BABA-26C745D76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0C111-D3BB-4ADE-9780-C2197906780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768044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BB5F3A-DFBC-443C-8922-7D1048053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FB8DA01-5D0E-4B57-9CEB-89D515A30D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D39B1AB-230A-4511-B266-E6FAF24AB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5A67B-D753-45E7-B4D0-D21003132130}" type="datetimeFigureOut">
              <a:rPr lang="es-MX" smtClean="0"/>
              <a:t>15/02/2026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B36D71F-4E78-48F5-9632-8FF7B012F9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E21299-B697-4A3A-AC8B-BC04AEF86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0C111-D3BB-4ADE-9780-C2197906780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703821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7FD7A7-7D92-40B2-B9F0-391B62961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23D1519-0C66-4346-9EC8-8DF34B9B9E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F2A3B9B-8C35-44A0-83BB-767017F1A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5A67B-D753-45E7-B4D0-D21003132130}" type="datetimeFigureOut">
              <a:rPr lang="es-MX" smtClean="0"/>
              <a:t>15/02/2026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02ED3C9-8EAF-49EE-B37B-860DE0FF2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F12453F-CBFE-4481-AB35-D05A1A1E7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0C111-D3BB-4ADE-9780-C2197906780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046377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15A9E2-3709-4D6F-8356-647EB921C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0A3C918-21F9-4D35-834A-F9BF966115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449CF9F-C048-46CF-9759-29849A9B75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C012854-171A-4C6D-B35D-9787325E9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5A67B-D753-45E7-B4D0-D21003132130}" type="datetimeFigureOut">
              <a:rPr lang="es-MX" smtClean="0"/>
              <a:t>15/02/2026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03E460C-250C-4378-850D-19BC373DF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F3CA063-C833-4454-A8A9-9D7B27E77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0C111-D3BB-4ADE-9780-C2197906780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279363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0E916D-AFFC-478C-A12F-03E7DA5E90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A2D5A13-6B4F-4EA4-88B3-B03FF848FE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07A8BDB-3A76-41A7-AD5F-60066D1253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921F15B-5494-4B27-8504-A7A64DCABA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033C3D2-2F98-4A30-863E-B6B2D383CD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22D96778-350C-40CF-B5AF-8F0F1F87D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5A67B-D753-45E7-B4D0-D21003132130}" type="datetimeFigureOut">
              <a:rPr lang="es-MX" smtClean="0"/>
              <a:t>15/02/2026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3437DA3A-58E4-4933-8D12-9A7A73967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F6378903-7231-414B-8B2E-EF3FFF0DE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0C111-D3BB-4ADE-9780-C2197906780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542177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E845C0-2902-4082-B063-5BD52D03D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C0CE128-8DF8-486C-B994-73421A93B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5A67B-D753-45E7-B4D0-D21003132130}" type="datetimeFigureOut">
              <a:rPr lang="es-MX" smtClean="0"/>
              <a:t>15/02/2026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BA661A5-D839-4923-9AD1-351E9A222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E6F30E8-8528-4A20-81A2-CA2164AA3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0C111-D3BB-4ADE-9780-C2197906780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73848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C194A00-DE50-467B-B01F-913DFDE09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5A67B-D753-45E7-B4D0-D21003132130}" type="datetimeFigureOut">
              <a:rPr lang="es-MX" smtClean="0"/>
              <a:t>15/02/2026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60C54B9-4C05-4F99-9F7B-20C30C86B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C9B1E04-A002-4796-BDC1-B7C5367D4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0C111-D3BB-4ADE-9780-C2197906780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066586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796635-097C-426B-A835-1FE7734F1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EAD7E63-5742-463E-8E8C-D55F69BFF3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7D3F2EF-2EF2-425F-A724-C5A54B0892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43FD524-1C91-4060-8EFA-05608CA0F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5A67B-D753-45E7-B4D0-D21003132130}" type="datetimeFigureOut">
              <a:rPr lang="es-MX" smtClean="0"/>
              <a:t>15/02/2026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A9846A0-82E6-4A39-8FF6-A42F03008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A9DC1D7-3C70-48BF-A08F-44217E19A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0C111-D3BB-4ADE-9780-C2197906780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663807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B38017-BD62-407E-B8CB-349DC9D5C7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18DE7A4-5536-40FC-B45C-8BAF038C2C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EC60FD7-8965-4A05-8532-B83C4BE389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B90A329-B09D-4051-BDBC-3A4259E62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5A67B-D753-45E7-B4D0-D21003132130}" type="datetimeFigureOut">
              <a:rPr lang="es-MX" smtClean="0"/>
              <a:t>15/02/2026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06209A7-E6A8-44F2-B483-E283BE4A3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8EFC84A-901F-4542-9E23-7BADCA6EC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0C111-D3BB-4ADE-9780-C2197906780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751259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153A89-256A-450B-929C-C50459F4C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14AFE52-9D9D-4E74-A8E8-38FE6BC25D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158401A-91D6-42B8-83D7-6F63E913B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5A67B-D753-45E7-B4D0-D21003132130}" type="datetimeFigureOut">
              <a:rPr lang="es-MX" smtClean="0"/>
              <a:t>15/02/2026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235FD7B-A861-4259-81D1-7124451D02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A0BCCFA-22AB-4DB1-90A6-E97A3B03E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0C111-D3BB-4ADE-9780-C2197906780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365657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31F7866-36E3-408A-A924-A3AF4E4E85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472379A-49E9-44B7-9E9C-F1552C9CC8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B938041-9793-4F31-9C3E-40B84D2765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5A67B-D753-45E7-B4D0-D21003132130}" type="datetimeFigureOut">
              <a:rPr lang="es-MX" smtClean="0"/>
              <a:t>15/02/2026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24F3ACB-7DC3-470E-B2D6-4EF3BCD68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7EFEB8A-DA3C-4084-BFAC-87A6A3A7B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0C111-D3BB-4ADE-9780-C2197906780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717737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F70C9EA-2160-456E-A6D7-C3731D037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F870BA5-52DB-4E42-81CB-D9475AEBC3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6F32786-0ECE-47D5-B1B0-59D7235A00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85A67B-D753-45E7-B4D0-D21003132130}" type="datetimeFigureOut">
              <a:rPr lang="es-MX" smtClean="0"/>
              <a:t>15/02/2026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0F1178D-33CB-405C-B231-27FEE7B1A3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050DAB-48DD-43B4-8531-F08BD1D769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C0C111-D3BB-4ADE-9780-C2197906780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463340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5A6D9594-0693-4957-AF55-62D0AE5E543D}"/>
              </a:ext>
            </a:extLst>
          </p:cNvPr>
          <p:cNvCxnSpPr>
            <a:cxnSpLocks/>
            <a:stCxn id="22" idx="2"/>
            <a:endCxn id="27" idx="2"/>
          </p:cNvCxnSpPr>
          <p:nvPr/>
        </p:nvCxnSpPr>
        <p:spPr>
          <a:xfrm>
            <a:off x="5323579" y="379599"/>
            <a:ext cx="47608" cy="579242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Elipse 4">
            <a:extLst>
              <a:ext uri="{FF2B5EF4-FFF2-40B4-BE49-F238E27FC236}">
                <a16:creationId xmlns:a16="http://schemas.microsoft.com/office/drawing/2014/main" id="{BA372984-5118-4A61-9852-729B0DE1C650}"/>
              </a:ext>
            </a:extLst>
          </p:cNvPr>
          <p:cNvSpPr/>
          <p:nvPr/>
        </p:nvSpPr>
        <p:spPr>
          <a:xfrm>
            <a:off x="4922258" y="531731"/>
            <a:ext cx="802639" cy="46397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200" dirty="0">
                <a:latin typeface="Arial" panose="020B0604020202020204" pitchFamily="34" charset="0"/>
                <a:cs typeface="Arial" panose="020B0604020202020204" pitchFamily="34" charset="0"/>
              </a:rPr>
              <a:t>Inicio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2051A656-4380-4524-8CE0-EF4FB1F0E366}"/>
              </a:ext>
            </a:extLst>
          </p:cNvPr>
          <p:cNvSpPr/>
          <p:nvPr/>
        </p:nvSpPr>
        <p:spPr>
          <a:xfrm>
            <a:off x="4060197" y="1105020"/>
            <a:ext cx="2403994" cy="39832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200" dirty="0">
                <a:latin typeface="Arial" panose="020B0604020202020204" pitchFamily="34" charset="0"/>
                <a:cs typeface="Arial" panose="020B0604020202020204" pitchFamily="34" charset="0"/>
              </a:rPr>
              <a:t>Inicializar pantalla (800x400) y </a:t>
            </a:r>
            <a:r>
              <a:rPr lang="es-MX" sz="1200" dirty="0" err="1">
                <a:latin typeface="Arial" panose="020B0604020202020204" pitchFamily="34" charset="0"/>
                <a:cs typeface="Arial" panose="020B0604020202020204" pitchFamily="34" charset="0"/>
              </a:rPr>
              <a:t>Pygame</a:t>
            </a:r>
            <a:endParaRPr lang="es-MX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CE9396C0-21EC-4C5C-9493-F21602E18E43}"/>
              </a:ext>
            </a:extLst>
          </p:cNvPr>
          <p:cNvSpPr/>
          <p:nvPr/>
        </p:nvSpPr>
        <p:spPr>
          <a:xfrm>
            <a:off x="3973544" y="1662513"/>
            <a:ext cx="2551953" cy="39832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200" dirty="0">
                <a:latin typeface="Arial" panose="020B0604020202020204" pitchFamily="34" charset="0"/>
                <a:cs typeface="Arial" panose="020B0604020202020204" pitchFamily="34" charset="0"/>
              </a:rPr>
              <a:t>Definir posiciones: Jugador, CPU y Pelota</a:t>
            </a:r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9C633C35-C7FB-4FFF-BAE6-B84C400163ED}"/>
              </a:ext>
            </a:extLst>
          </p:cNvPr>
          <p:cNvSpPr/>
          <p:nvPr/>
        </p:nvSpPr>
        <p:spPr>
          <a:xfrm>
            <a:off x="6788659" y="6205141"/>
            <a:ext cx="975125" cy="51781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200" dirty="0">
                <a:latin typeface="Arial" panose="020B0604020202020204" pitchFamily="34" charset="0"/>
                <a:cs typeface="Arial" panose="020B0604020202020204" pitchFamily="34" charset="0"/>
              </a:rPr>
              <a:t>Fin</a:t>
            </a:r>
          </a:p>
        </p:txBody>
      </p:sp>
      <p:sp>
        <p:nvSpPr>
          <p:cNvPr id="19" name="Rombo 18">
            <a:extLst>
              <a:ext uri="{FF2B5EF4-FFF2-40B4-BE49-F238E27FC236}">
                <a16:creationId xmlns:a16="http://schemas.microsoft.com/office/drawing/2014/main" id="{D6A82D2D-B799-40D8-AFDD-FB22F34B348D}"/>
              </a:ext>
            </a:extLst>
          </p:cNvPr>
          <p:cNvSpPr/>
          <p:nvPr/>
        </p:nvSpPr>
        <p:spPr>
          <a:xfrm>
            <a:off x="4413205" y="2228351"/>
            <a:ext cx="1848792" cy="943427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200" dirty="0">
                <a:latin typeface="Arial" panose="020B0604020202020204" pitchFamily="34" charset="0"/>
                <a:cs typeface="Arial" panose="020B0604020202020204" pitchFamily="34" charset="0"/>
              </a:rPr>
              <a:t>¿El juego sigue activo?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6B02F9E6-C993-4EAB-AE38-ED8B676EFCA7}"/>
              </a:ext>
            </a:extLst>
          </p:cNvPr>
          <p:cNvSpPr/>
          <p:nvPr/>
        </p:nvSpPr>
        <p:spPr>
          <a:xfrm rot="19740554">
            <a:off x="2811457" y="2577308"/>
            <a:ext cx="1476076" cy="7789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200" dirty="0">
                <a:latin typeface="Arial" panose="020B0604020202020204" pitchFamily="34" charset="0"/>
                <a:cs typeface="Arial" panose="020B0604020202020204" pitchFamily="34" charset="0"/>
              </a:rPr>
              <a:t>Leer teclado (Flecha Arriba/Abajo)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0EB4CD60-EB06-4C81-87A8-EAAB7FDE031A}"/>
              </a:ext>
            </a:extLst>
          </p:cNvPr>
          <p:cNvSpPr/>
          <p:nvPr/>
        </p:nvSpPr>
        <p:spPr>
          <a:xfrm>
            <a:off x="4439397" y="28991"/>
            <a:ext cx="1768363" cy="35060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MX" sz="1200" dirty="0">
                <a:latin typeface="Arial" panose="020B0604020202020204" pitchFamily="34" charset="0"/>
                <a:cs typeface="Arial" panose="020B0604020202020204" pitchFamily="34" charset="0"/>
              </a:rPr>
              <a:t>Diagrama: Atari-</a:t>
            </a:r>
            <a:r>
              <a:rPr lang="es-MX" sz="1200" dirty="0" err="1">
                <a:latin typeface="Arial" panose="020B0604020202020204" pitchFamily="34" charset="0"/>
                <a:cs typeface="Arial" panose="020B0604020202020204" pitchFamily="34" charset="0"/>
              </a:rPr>
              <a:t>Pong</a:t>
            </a:r>
            <a:r>
              <a:rPr lang="es-MX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21" name="Rombo 20">
            <a:extLst>
              <a:ext uri="{FF2B5EF4-FFF2-40B4-BE49-F238E27FC236}">
                <a16:creationId xmlns:a16="http://schemas.microsoft.com/office/drawing/2014/main" id="{40E8D342-26EE-4B3D-AE0A-6D3E5DC76C3D}"/>
              </a:ext>
            </a:extLst>
          </p:cNvPr>
          <p:cNvSpPr/>
          <p:nvPr/>
        </p:nvSpPr>
        <p:spPr>
          <a:xfrm>
            <a:off x="4286997" y="3200753"/>
            <a:ext cx="2187699" cy="1259487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200" dirty="0">
                <a:latin typeface="Arial" panose="020B0604020202020204" pitchFamily="34" charset="0"/>
                <a:cs typeface="Arial" panose="020B0604020202020204" pitchFamily="34" charset="0"/>
              </a:rPr>
              <a:t>Actualizar movimiento de raquetas y pelota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60E5CF28-695B-4CF3-9BFE-12AFEAC71D1F}"/>
              </a:ext>
            </a:extLst>
          </p:cNvPr>
          <p:cNvSpPr txBox="1"/>
          <p:nvPr/>
        </p:nvSpPr>
        <p:spPr>
          <a:xfrm>
            <a:off x="4019557" y="3679049"/>
            <a:ext cx="415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00" dirty="0">
                <a:latin typeface="Arial" panose="020B0604020202020204" pitchFamily="34" charset="0"/>
                <a:cs typeface="Arial" panose="020B0604020202020204" pitchFamily="34" charset="0"/>
              </a:rPr>
              <a:t>Si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D8C0B0BF-5079-42E0-88E0-D8DF6B7EB3EC}"/>
              </a:ext>
            </a:extLst>
          </p:cNvPr>
          <p:cNvSpPr txBox="1"/>
          <p:nvPr/>
        </p:nvSpPr>
        <p:spPr>
          <a:xfrm>
            <a:off x="6525496" y="3691996"/>
            <a:ext cx="4164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00" dirty="0"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08BE1AE1-DBE2-41FF-9067-F1E7B392DBD7}"/>
              </a:ext>
            </a:extLst>
          </p:cNvPr>
          <p:cNvSpPr/>
          <p:nvPr/>
        </p:nvSpPr>
        <p:spPr>
          <a:xfrm>
            <a:off x="3921836" y="4565221"/>
            <a:ext cx="2832523" cy="39832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200" dirty="0">
                <a:latin typeface="Arial" panose="020B0604020202020204" pitchFamily="34" charset="0"/>
                <a:cs typeface="Arial" panose="020B0604020202020204" pitchFamily="34" charset="0"/>
              </a:rPr>
              <a:t>¿Pelota choca con raqueta o borde?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BA47961D-3643-4765-9294-37865F47917B}"/>
              </a:ext>
            </a:extLst>
          </p:cNvPr>
          <p:cNvSpPr/>
          <p:nvPr/>
        </p:nvSpPr>
        <p:spPr>
          <a:xfrm>
            <a:off x="3847990" y="5076197"/>
            <a:ext cx="3008619" cy="4921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200" dirty="0">
                <a:latin typeface="Arial" panose="020B0604020202020204" pitchFamily="34" charset="0"/>
                <a:cs typeface="Arial" panose="020B0604020202020204" pitchFamily="34" charset="0"/>
              </a:rPr>
              <a:t>Invertir dirección de la pelota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599A5E8B-E2DC-418A-9DFF-D275C7ABBD3F}"/>
              </a:ext>
            </a:extLst>
          </p:cNvPr>
          <p:cNvSpPr/>
          <p:nvPr/>
        </p:nvSpPr>
        <p:spPr>
          <a:xfrm>
            <a:off x="4060197" y="5740033"/>
            <a:ext cx="2621979" cy="43199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200" dirty="0">
                <a:latin typeface="Arial" panose="020B0604020202020204" pitchFamily="34" charset="0"/>
                <a:cs typeface="Arial" panose="020B0604020202020204" pitchFamily="34" charset="0"/>
              </a:rPr>
              <a:t>Dibujar elementos y refrescar pantalla</a:t>
            </a:r>
          </a:p>
        </p:txBody>
      </p:sp>
      <p:cxnSp>
        <p:nvCxnSpPr>
          <p:cNvPr id="32" name="Conector: angular 31">
            <a:extLst>
              <a:ext uri="{FF2B5EF4-FFF2-40B4-BE49-F238E27FC236}">
                <a16:creationId xmlns:a16="http://schemas.microsoft.com/office/drawing/2014/main" id="{A76DB8F0-813A-4770-98B9-C7A1FAB792E1}"/>
              </a:ext>
            </a:extLst>
          </p:cNvPr>
          <p:cNvCxnSpPr>
            <a:stCxn id="23" idx="1"/>
            <a:endCxn id="27" idx="1"/>
          </p:cNvCxnSpPr>
          <p:nvPr/>
        </p:nvCxnSpPr>
        <p:spPr>
          <a:xfrm rot="10800000" flipH="1" flipV="1">
            <a:off x="4019557" y="3817549"/>
            <a:ext cx="40640" cy="2138480"/>
          </a:xfrm>
          <a:prstGeom prst="bentConnector3">
            <a:avLst>
              <a:gd name="adj1" fmla="val -116250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Conector: angular 33">
            <a:extLst>
              <a:ext uri="{FF2B5EF4-FFF2-40B4-BE49-F238E27FC236}">
                <a16:creationId xmlns:a16="http://schemas.microsoft.com/office/drawing/2014/main" id="{0FB48854-7062-4431-8E2E-8C6D22659D2B}"/>
              </a:ext>
            </a:extLst>
          </p:cNvPr>
          <p:cNvCxnSpPr>
            <a:stCxn id="5" idx="6"/>
            <a:endCxn id="27" idx="3"/>
          </p:cNvCxnSpPr>
          <p:nvPr/>
        </p:nvCxnSpPr>
        <p:spPr>
          <a:xfrm>
            <a:off x="5724897" y="763718"/>
            <a:ext cx="957279" cy="5192311"/>
          </a:xfrm>
          <a:prstGeom prst="bentConnector3">
            <a:avLst>
              <a:gd name="adj1" fmla="val 168456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675605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60</Words>
  <Application>Microsoft Office PowerPoint</Application>
  <PresentationFormat>Panorámica</PresentationFormat>
  <Paragraphs>13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James Godoy</dc:creator>
  <cp:lastModifiedBy>James Godoy</cp:lastModifiedBy>
  <cp:revision>3</cp:revision>
  <dcterms:created xsi:type="dcterms:W3CDTF">2026-02-15T22:19:24Z</dcterms:created>
  <dcterms:modified xsi:type="dcterms:W3CDTF">2026-02-15T22:29:20Z</dcterms:modified>
</cp:coreProperties>
</file>